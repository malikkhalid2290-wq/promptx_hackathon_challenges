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100006817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0292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80E1A">
              <a:alpha val="7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0" y="0"/>
            <a:ext cx="713232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577840" y="1097280"/>
            <a:ext cx="2011680" cy="347472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1097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UAJK AIS  •  BRIEF 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86400" y="16459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PROMPT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STARTS HERE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5486400" y="3794760"/>
            <a:ext cx="53035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Code. No Limits. Just Build."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0" y="466344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 </a:t>
            </a:r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PROMPTX Challenge Launch
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 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have never joined a hackathon
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      </a:t>
            </a:r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May 2026  |  UAJK  |  AIS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6217920"/>
            <a:ext cx="12801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6217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78FF"/>
                </a:solidFill>
              </a:rPr>
              <a:t>8 FRAMES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3720" y="6217920"/>
            <a:ext cx="16459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03720" y="6217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AI-GENERATED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0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"YOUR PROMPT STARTS HERE"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5577840" cy="1737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64008" cy="1737360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38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PROMPTX Challenge is for every student who ever wanted to build with AI but thought they needed to code first. You don't need code — you need curiosity, creativity, and a team. PROMPTX is that door.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577840" cy="1737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2880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9385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EMOTION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55080" y="224028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FOMO with excitement. The campaign starts with the fear of not belonging, then dismantles it frame by frame — showing real students, real moments, and a celebration waiting at the finish line.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5577840" cy="1737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93192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041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ACTION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for PROMPTX Challenge before 25 May 2026. Form a team of 2–4 students. Show up, build an AI solution in 8 hours, and compete. The ask is simple: just show up.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3931920"/>
            <a:ext cx="5577840" cy="1737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93192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04164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55080" y="434340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cinematic tech aesthetic — deep navy, electric blue, neon accents. Contrast between intimate (single student at desk) and epic (full venue at launch). Blue screen glow as a consistent visual motif.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SPARK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Hook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7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Canva AI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opens on the bold, electric PROMPTX CHALLENGE poster. The AI chip glows. The date is locked in: 25 May 2026. This is the moment the campaign announces itself to the university.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"UAJK AIS presents the PROMPTX Challenge — Build AI Solutions. Shape the Future."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PROMPTX CHALLENGE · 25 MAY 2026 · REGISTER NOW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Electric · Ambitious · Bold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FEAR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Hook — Relatable Tension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4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DALL-E (ChatGPT)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Close-up of a student's face lit only by a glowing screen. She looks curious but unsure — exactly how most students feel about hackathons. This captures 'I want to try but I'm scared.'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 wanted to build something real with AI… but didn't know where to start?"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to be an expert. You just need to show up.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Intimate · Relatable · Tension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DISCOVERY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Moment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8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DALL-E (ChatGPT)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in her dorm room stumbles across the PROMPTX Challenge registration page late at night. Warm lamp light contrasts with the colorful screen — a moment of discovery and possibility opening up.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this? A hackathon… no coding needed? That's for me."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PROMPTX Challenge — Open to ALL students. No experience needed.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Warm · Curious · Hopeful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INVITE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— Peer FOMO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8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Bing Image Creator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phone screen shows a WhatsApp message from a friend: 'bro join my team for PROMPTX 🚀 no coding needed! 😁'. The message is casual, relatable, and removes the biggest barrier instantly.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friend already signed up. What are you waiting for?"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your team. Register now. No coding needed.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Casual · Energetic · FOMO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Formation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8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Adobe Firefly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diverse students huddle around laptops covered in hackathon stickers, laughing and building ideas together. A whiteboard behind them reads 'PROMPTX — IDEA · APPROACH · IMPACT.'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your people. Build your idea. Every great project starts with a team."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 2–4. Bring your ideas. AIS brings the platform.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Collaborative · Bright · Energetic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COUNTDOWN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Day Begins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5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Adobe Firefly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hackathon venue comes alive. Fog rises, the massive LED screen blazes '8:00 BEGIN', and hundreds of students sit ready at their stations. The energy is cinematic.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 hours. One challenge. Unlimited potential. BEGIN."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PROMPTX Challenge · 8 Hours of Innovation · 25 May 2026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Epic · Cinematic · Adrenaline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THE ZONE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Hackathon Moment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5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DALL-E (ChatGPT)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beams with excitement mid-hackathon. The countdown clock shows 6:45:12. Her teammate leans in pointing at the screen. Behind them, 5 challenges still remain.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"6 hours in. 5 challenges to go. Zero regrets for showing up."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could be you. PROMPTX Challenge — Register before seats fill.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Thrilling · Joyful · Competitive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20116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+ Call To Action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5303520" cy="5029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8" name="Image 0" descr="/mnt/user-data/uploads/100006817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05840"/>
            <a:ext cx="5303520" cy="5029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" y="5687568"/>
            <a:ext cx="5303520" cy="347472"/>
          </a:xfrm>
          <a:prstGeom prst="rect">
            <a:avLst/>
          </a:prstGeom>
          <a:solidFill>
            <a:srgbClr val="080E1A">
              <a:alpha val="80000"/>
            </a:srgbClr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56875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Tool: Adobe Firefly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989320" y="1005840"/>
            <a:ext cx="5806440" cy="16002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989320" y="100584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72200" y="11155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DESCRIPTION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172200" y="137160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students erupt in celebration, fists raised, holding up their laptop showing their finished AI project. Confetti rains down. HACKATHON PARTICIPANT badges glow. This is the payoff — and your invitation.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989320" y="2697480"/>
            <a:ext cx="5806440" cy="118872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72200" y="280720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 / NARRATION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172200" y="3054096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built an AI project in 8 hours. Now it's your turn. Register for PROMPTX."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89320" y="3977640"/>
            <a:ext cx="5806440" cy="8229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4087368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/ OVERLAY TEXT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172200" y="431596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Build. Win. Make Impact. · PROMPTX · 25 May 2026 · UAJK AIS · REGISTER NOW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989320" y="4892040"/>
            <a:ext cx="5806440" cy="347472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72200" y="4892040"/>
            <a:ext cx="5532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MOOD:  Triumphant · Inspiring · Celebratory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WORKFLOW LOG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documentation — which AI tool was used and the exact prompt for each frame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1143000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371600"/>
                <a:gridCol w="1554480"/>
                <a:gridCol w="1188720"/>
                <a:gridCol w="672084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Frame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Tool Used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Content Type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AI Prompt (Summary)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78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SPARK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Canva AI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Dark blue tech poster with glowing AI circuit chip, bold white title PROMPTX CHALLENGE, 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FEAR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DALL-E (ChatGPT)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Cinematic close-up portrait of a university student's face illuminated by blue laptop sc…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DISCOVERY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DALL-E (ChatGPT)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Photorealistic: female university student at wooden desk at night, warm Edison bulb lamp…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INVITE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Bing Image Creator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Realistic close-up photo of a hand holding an Android phone showing a WhatsApp conversat…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FF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TEAM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Adobe Firefly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Bright natural light photo of four diverse university students collaborating around tabl…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B82F6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COUNTDOWN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Adobe Firefly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Wide-angle cinematic shot of large darkened hackathon venue with giant LED screen displa…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IN THE ZONE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DALL-E (ChatGPT)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Dramatic hackathon scene: female student smiling excitedly at laptop, male teammate poin…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3AED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THE WIN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B981"/>
                          </a:solidFill>
                        </a:rPr>
                        <a:t>Adobe Firefly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Image + Caption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Euphoric celebration of four South Asian university students in black hoodies with hacka…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W1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All Frames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78BFA"/>
                          </a:solidFill>
                        </a:rPr>
                        <a:t>Claude (Anthropic)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Copy / 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Voiceovers, captions, frame descriptions, tagline, campaign concept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</a:rPr>
                        <a:t>W2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2E8F0"/>
                          </a:solidFill>
                        </a:rPr>
                        <a:t>All Frames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78BFA"/>
                          </a:solidFill>
                        </a:rPr>
                        <a:t>ChatGPT (OpenAI)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Copy / Text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Campaign name brainstorming, pitch script outline, idea refinement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E1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2-MINUTE PITCH SCRIPT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this to judges — frame by frame, confident, sell the idea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914400"/>
          </a:xfrm>
          <a:prstGeom prst="rect">
            <a:avLst/>
          </a:prstGeom>
          <a:solidFill>
            <a:srgbClr val="0078FF"/>
          </a:solidFill>
          <a:ln w="12700">
            <a:solidFill>
              <a:srgbClr val="007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0:00–0:20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8988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115568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student at UAJK has an idea. But most never act — because they think they need to code first. The PROMPTX Challenge says otherwise."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11430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57400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0:20–0:40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4144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2167128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campaign follows a student who discovers PROMPTX, forms a team, and walks in with nothing but an idea. Eight hours later — a built AI project and a certificate."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1143000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0896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0:40–1:10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Frames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3218688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"Frame 1 is the hook — the poster. Frame 2 is the emotion — the hesitation. By Frame 8, that hesitation becomes a fist raised in victory. Walk frame by frame."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60520"/>
            <a:ext cx="11430000" cy="914400"/>
          </a:xfrm>
          <a:prstGeom prst="rect">
            <a:avLst/>
          </a:prstGeom>
          <a:solidFill>
            <a:srgbClr val="060D1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160520"/>
            <a:ext cx="64008" cy="9144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1:10–1:45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445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4270248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campaign doesn't sell a hackathon — it sells a feeling. The feeling that: yes, I belong here too. No Code. No Limits. Just Build."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5212080"/>
            <a:ext cx="11430000" cy="914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5212080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1:45–2:00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55961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828800" y="5321808"/>
            <a:ext cx="9784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asking AIS leadership to approve this for PROMPTX 2026. Every frame is ready. Every image generated. Every caption written. We just need your green light."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PROMPTX Challenge — Campaign Storyboard</dc:title>
  <dc:subject>PptxGenJS Presentation</dc:subject>
  <dc:creator>UAJK AIS</dc:creator>
  <cp:lastModifiedBy>UAJK AIS</cp:lastModifiedBy>
  <cp:revision>1</cp:revision>
  <dcterms:created xsi:type="dcterms:W3CDTF">2026-05-25T11:37:01Z</dcterms:created>
  <dcterms:modified xsi:type="dcterms:W3CDTF">2026-05-25T11:37:01Z</dcterms:modified>
</cp:coreProperties>
</file>